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10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abstract_medical_tech_background_s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7772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EEG-Based Seizure Detection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94360" y="1325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ECFF"/>
                </a:solidFill>
              </a:rPr>
              <a:t>Logistic Regression Comparative Study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9436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Feature Selection • PCA • Regularisation • Imbalance Handling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" y="51663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Omar Khan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BS Computer Science Semester-VI-A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IMSciences, Peshawar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Study Roadmap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19202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A complete pipeline from EEG datasets to comparative interpretation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0" y="2788920"/>
            <a:ext cx="91440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23360" y="2788920"/>
            <a:ext cx="91440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17920" y="2788920"/>
            <a:ext cx="91440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412480" y="2788920"/>
            <a:ext cx="91440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2057400"/>
            <a:ext cx="16916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2960" y="2359152"/>
            <a:ext cx="14173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1671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Datasets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496312"/>
            <a:ext cx="14173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Bonn EEG, Seizure, BEED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80360" y="2057400"/>
            <a:ext cx="16916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017520" y="2359152"/>
            <a:ext cx="1417320" cy="0"/>
          </a:xfrm>
          <a:prstGeom prst="line">
            <a:avLst/>
          </a:prstGeom>
          <a:noFill/>
          <a:ln w="25400">
            <a:solidFill>
              <a:srgbClr val="1E6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17520" y="21671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2496312"/>
            <a:ext cx="14173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ANOVA vs PCA pipelines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74920" y="2057400"/>
            <a:ext cx="16916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212080" y="2359152"/>
            <a:ext cx="1417320" cy="0"/>
          </a:xfrm>
          <a:prstGeom prst="line">
            <a:avLst/>
          </a:prstGeom>
          <a:noFill/>
          <a:ln w="25400">
            <a:solidFill>
              <a:srgbClr val="1E6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0" y="21671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2496312"/>
            <a:ext cx="14173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SAGA solver; 80:20 split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69480" y="2057400"/>
            <a:ext cx="16916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06640" y="2359152"/>
            <a:ext cx="1417320" cy="0"/>
          </a:xfrm>
          <a:prstGeom prst="line">
            <a:avLst/>
          </a:prstGeom>
          <a:noFill/>
          <a:ln w="25400">
            <a:solidFill>
              <a:srgbClr val="1E6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06640" y="21671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06640" y="2496312"/>
            <a:ext cx="14173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Accuracy, F1, PR-AUC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464040" y="2057400"/>
            <a:ext cx="16916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601200" y="2359152"/>
            <a:ext cx="1417320" cy="0"/>
          </a:xfrm>
          <a:prstGeom prst="line">
            <a:avLst/>
          </a:prstGeom>
          <a:noFill/>
          <a:ln w="25400">
            <a:solidFill>
              <a:srgbClr val="1E6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601200" y="21671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Comparative Analysis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0" y="2496312"/>
            <a:ext cx="14173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Regularisation &amp; imbalance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4206240"/>
            <a:ext cx="107899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Goal: classify EEG segments as seizure/event or non-event.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Main focus: how preprocessing, regularisation and imbalance correction change performance.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Why F1 and PR-AUC matter: datasets are class-imbalanced, so accuracy can be misleading.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647395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EEG Seizure Detection | Logistic Regression Comparative Study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 and Objectives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19202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52578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353312"/>
            <a:ext cx="49834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61288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Biomedical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490472"/>
            <a:ext cx="4983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EEG seizure detection is difficult because EEG signals are high-dimensional, noisy and often imbalanced. Manual interpretation requires expertise and time.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051560"/>
            <a:ext cx="52578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1353312"/>
            <a:ext cx="4983480" cy="0"/>
          </a:xfrm>
          <a:prstGeom prst="line">
            <a:avLst/>
          </a:prstGeom>
          <a:noFill/>
          <a:ln w="25400">
            <a:solidFill>
              <a:srgbClr val="1E6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161288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Machine-learning task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490472"/>
            <a:ext cx="4983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Train Logistic Regression models that detect event/seizure class using transformed EEG features and compare the effect of design choices.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6AAE"/>
                </a:solidFill>
              </a:rPr>
              <a:t>Objectives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794760"/>
            <a:ext cx="106070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Compare Pipeline-1 and Pipeline-2 across three EEG datasets.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Evaluate Logistic Regression using Accuracy, F1-score, Precision, Recall and PR-AUC.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Study bias–variance behavior by changing regularisation strength C.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Compare L1, L2 and Elastic-Net regularisation.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Assess class-imbalance handling using SMOTE, under-sampling and balanced weights.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647395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EEG Seizure Detection | Logistic Regression Comparative Study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Datasets and Class Balance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19202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25272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</a:rPr>
              <a:t>Dataset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783080" y="1005840"/>
            <a:ext cx="88696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</a:rPr>
              <a:t>Rows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697480" y="1005840"/>
            <a:ext cx="88696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</a:rPr>
              <a:t>Features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11880" y="1005840"/>
            <a:ext cx="198424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</a:rPr>
              <a:t>Class Distribution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360170"/>
            <a:ext cx="125272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Bonn EEG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83080" y="1360170"/>
            <a:ext cx="88696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500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97480" y="1360170"/>
            <a:ext cx="88696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4097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11880" y="1360170"/>
            <a:ext cx="198424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0: 400, 1: 100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714500"/>
            <a:ext cx="125272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Seizure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1714500"/>
            <a:ext cx="88696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11500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97480" y="1714500"/>
            <a:ext cx="88696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178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11880" y="1714500"/>
            <a:ext cx="198424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0: 9200, 1: 2300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068830"/>
            <a:ext cx="125272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BEED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783080" y="2068830"/>
            <a:ext cx="88696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8000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97480" y="2068830"/>
            <a:ext cx="88696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16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11880" y="2068830"/>
            <a:ext cx="198424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0: 2000, 1: 6000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1024128"/>
            <a:ext cx="5120640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" y="1360170"/>
            <a:ext cx="5120640" cy="0"/>
          </a:xfrm>
          <a:prstGeom prst="line">
            <a:avLst/>
          </a:prstGeom>
          <a:noFill/>
          <a:ln w="1016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2423160"/>
            <a:ext cx="51206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/mnt/data/eeg_assets/cell5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376587"/>
            <a:ext cx="5577840" cy="1590227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85800" y="3886200"/>
            <a:ext cx="107899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Bonn EEG and Seizure datasets have fewer positive/event samples.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BEED has the event class as majority class.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Class distribution justifies use of F1, recall and PR-AUC along with accuracy.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11480" y="647395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EEG Seizure Detection | Logistic Regression Comparative Study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Methodology: Two Preprocessing Pipelines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19202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07492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444752"/>
            <a:ext cx="4800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52728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Pipeline-1: Standardisation → ANOVA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581912"/>
            <a:ext cx="480060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StandardScaler converts features to zero mean and unit variance. SelectKBest with ANOVA F-score retains the most class-discriminative features.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Outputs: Bonn 50 features; Seizure 50 features; BEED 16 features.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143000"/>
            <a:ext cx="507492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37960" y="1444752"/>
            <a:ext cx="4800600" cy="0"/>
          </a:xfrm>
          <a:prstGeom prst="line">
            <a:avLst/>
          </a:prstGeom>
          <a:noFill/>
          <a:ln w="25400">
            <a:solidFill>
              <a:srgbClr val="1E6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1252728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Pipeline-2: Min-Max Scaling → PCA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1581912"/>
            <a:ext cx="480060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MinMaxScaler transforms features into [0,1]. PCA reduces dimensionality without using labels.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Variance retained: Bonn 70.2%, Seizure 86.5%, BEED 100%.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800600"/>
            <a:ext cx="104241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Pipeline-1 is supervised at feature-selection stage because ANOVA uses labels.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Pipeline-2 is unsupervised; PCA preserves variance but not necessarily class separation.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647395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EEG Seizure Detection | Logistic Regression Comparative Study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Classifier and Evaluation Metrics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19202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1618488" cy="3014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</a:rPr>
              <a:t>Component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40280" y="1005840"/>
            <a:ext cx="3127248" cy="3014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</a:rPr>
              <a:t>Setting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1356360"/>
            <a:ext cx="1618488" cy="3014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Model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40280" y="1356360"/>
            <a:ext cx="3127248" cy="3014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Logistic Regression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706880"/>
            <a:ext cx="1618488" cy="3014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Train/test split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40280" y="1706880"/>
            <a:ext cx="3127248" cy="3014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80:20 stratified split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057400"/>
            <a:ext cx="1618488" cy="3014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Solver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40280" y="2057400"/>
            <a:ext cx="3127248" cy="3014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SAGA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407920"/>
            <a:ext cx="1618488" cy="3014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Random state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40280" y="2407920"/>
            <a:ext cx="3127248" cy="3014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7 / fixed for reproducibility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758440"/>
            <a:ext cx="1618488" cy="3014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Regularisation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40280" y="2758440"/>
            <a:ext cx="3127248" cy="3014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L1, L2, Elastic-Net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1024128"/>
            <a:ext cx="4800600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1356360"/>
            <a:ext cx="4800600" cy="0"/>
          </a:xfrm>
          <a:prstGeom prst="line">
            <a:avLst/>
          </a:prstGeom>
          <a:noFill/>
          <a:ln w="1016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" y="3108960"/>
            <a:ext cx="48006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89320" y="1005840"/>
            <a:ext cx="534924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26480" y="1307592"/>
            <a:ext cx="507492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1115568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Metric logic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1444752"/>
            <a:ext cx="5074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Accuracy is reported but not trusted alone. F1-score balances precision and recall. PR-AUC is more informative than ROC-style thinking when positive class is rare.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657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Metrics used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3977640"/>
            <a:ext cx="38404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Accuracy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F1-score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Precision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Recall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PR-AUC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89320" y="3657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Interpretation principle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0" y="3977640"/>
            <a:ext cx="5029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In seizure detection, missing true seizure cases is clinically important.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Recall and F1-score are therefore central in the final interpretation.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647395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EEG Seizure Detection | Logistic Regression Comparative Study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Results: Pipeline-1 vs Pipeline-2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19202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20700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1F3A"/>
                </a:solidFill>
              </a:rPr>
              <a:t>Dataset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737360" y="960120"/>
            <a:ext cx="125272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1F3A"/>
                </a:solidFill>
              </a:rPr>
              <a:t>Pipeline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3017520" y="960120"/>
            <a:ext cx="97840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1F3A"/>
                </a:solidFill>
              </a:rPr>
              <a:t>Accuracy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4023360" y="960120"/>
            <a:ext cx="88696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1F3A"/>
                </a:solidFill>
              </a:rPr>
              <a:t>F1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937760" y="960120"/>
            <a:ext cx="116128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1F3A"/>
                </a:solidFill>
              </a:rPr>
              <a:t>PR-AUC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02920" y="1293223"/>
            <a:ext cx="120700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Bonn EEG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737360" y="1293223"/>
            <a:ext cx="125272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Pipeline-1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3017520" y="1293223"/>
            <a:ext cx="97840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0.9100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023360" y="1293223"/>
            <a:ext cx="88696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0.7273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937760" y="1293223"/>
            <a:ext cx="116128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0.7922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02920" y="1626326"/>
            <a:ext cx="120700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Bonn EEG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737360" y="1626326"/>
            <a:ext cx="125272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Pipeline-2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017520" y="1626326"/>
            <a:ext cx="97840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0.8800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023360" y="1626326"/>
            <a:ext cx="88696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0.5714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4937760" y="1626326"/>
            <a:ext cx="116128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0.6276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02920" y="1959429"/>
            <a:ext cx="120700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Seizure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1737360" y="1959429"/>
            <a:ext cx="125272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Pipeline-1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017520" y="1959429"/>
            <a:ext cx="97840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0.8113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023360" y="1959429"/>
            <a:ext cx="88696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0.1107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937760" y="1959429"/>
            <a:ext cx="116128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0.5048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02920" y="2292531"/>
            <a:ext cx="120700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Seizure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1737360" y="2292531"/>
            <a:ext cx="125272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Pipeline-2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3017520" y="2292531"/>
            <a:ext cx="97840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0.8039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023360" y="2292531"/>
            <a:ext cx="88696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0.0425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937760" y="2292531"/>
            <a:ext cx="116128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0.4673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502920" y="2625634"/>
            <a:ext cx="120700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BEED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1737360" y="2625634"/>
            <a:ext cx="125272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Pipeline-1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3017520" y="2625634"/>
            <a:ext cx="97840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0.8006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023360" y="2625634"/>
            <a:ext cx="88696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0.8825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4937760" y="2625634"/>
            <a:ext cx="116128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0.7598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502920" y="2958737"/>
            <a:ext cx="120700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BEED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1737360" y="2958737"/>
            <a:ext cx="125272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Pipeline-2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3017520" y="2958737"/>
            <a:ext cx="97840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0.7969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4023360" y="2958737"/>
            <a:ext cx="88696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0.8807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4937760" y="2958737"/>
            <a:ext cx="1161288" cy="286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F2937"/>
                </a:solidFill>
              </a:rPr>
              <a:t>0.7395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02920" y="978408"/>
            <a:ext cx="5623560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02920" y="1293223"/>
            <a:ext cx="5623560" cy="0"/>
          </a:xfrm>
          <a:prstGeom prst="line">
            <a:avLst/>
          </a:prstGeom>
          <a:noFill/>
          <a:ln w="1016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02920" y="3291840"/>
            <a:ext cx="56235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537960" y="960120"/>
            <a:ext cx="48006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675120" y="1261872"/>
            <a:ext cx="4526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675120" y="106984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Main reading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675120" y="1399032"/>
            <a:ext cx="4526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Pipeline-1 performed better on Bonn EEG and Seizure. BEED was similar across both pipelines because the feature space was already small.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537960" y="2743200"/>
            <a:ext cx="48006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675120" y="3044952"/>
            <a:ext cx="452628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675120" y="285292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Warning sign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675120" y="3182112"/>
            <a:ext cx="4526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The Seizure dataset had acceptable accuracy but very low F1-score, showing majority-class bias and weak minority-class detection.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85800" y="4434840"/>
            <a:ext cx="106070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Supervised ANOVA helped retain discriminative EEG features.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PCA may preserve variance that is not useful for seizure separation.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11480" y="647395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EEG Seizure Detection | Logistic Regression Comparative Study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Bias–Variance Analysis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19202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eeg_assets/cell13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09127"/>
            <a:ext cx="6400800" cy="1936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60920" y="960120"/>
            <a:ext cx="41605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498080" y="1261872"/>
            <a:ext cx="3886200" cy="0"/>
          </a:xfrm>
          <a:prstGeom prst="line">
            <a:avLst/>
          </a:prstGeom>
          <a:noFill/>
          <a:ln w="25400">
            <a:solidFill>
              <a:srgbClr val="1E6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498080" y="106984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Regularisation strength 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0" y="1399032"/>
            <a:ext cx="3886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Small C means stronger regularisation and may underfit. Large C weakens regularisation and may increase overfitting risk.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60920" y="2743200"/>
            <a:ext cx="41605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98080" y="3044952"/>
            <a:ext cx="3886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498080" y="285292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Key finding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98080" y="3182112"/>
            <a:ext cx="3886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For the Seizure dataset, poor performance was driven more by class imbalance and minority-class detection difficulty than by model complexity alone.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457200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Learning curves support the need to look beyond accuracy.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Model tuning should be combined with class-imbalance strategy.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11480" y="647395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EEG Seizure Detection | Logistic Regression Comparative Study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Regularisation Study: L1, L2 and Elastic-Net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19202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eeg_assets/cell15_ou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77613"/>
            <a:ext cx="5943600" cy="20967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960120"/>
            <a:ext cx="111556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Method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960120"/>
            <a:ext cx="349300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Best use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720840" y="1314450"/>
            <a:ext cx="111556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L1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863840" y="1314450"/>
            <a:ext cx="349300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Sparse model; embedded feature selection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720840" y="1668780"/>
            <a:ext cx="111556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L2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863840" y="1668780"/>
            <a:ext cx="349300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Stable generalisation; keeps all features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720840" y="2023110"/>
            <a:ext cx="111556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Elastic-Net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863840" y="2023110"/>
            <a:ext cx="3493008" cy="3047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Compromise between L1 and L2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720840" y="978408"/>
            <a:ext cx="4663440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720840" y="1314450"/>
            <a:ext cx="4663440" cy="0"/>
          </a:xfrm>
          <a:prstGeom prst="line">
            <a:avLst/>
          </a:prstGeom>
          <a:noFill/>
          <a:ln w="1016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720840" y="2377440"/>
            <a:ext cx="46634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1520" y="3886200"/>
            <a:ext cx="106984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Bonn: L1 gave highest F1 and 48% zero coefficients.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Seizure: L2 was slightly better in F1, but performance remained low.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BEED: all regularisation methods produced almost identical F1-score.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Elastic-Net did not consistently outperform L1 or L2.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1480" y="647395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EEG Seizure Detection | Logistic Regression Comparative Study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Class-Imbalance Handling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19202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eeg_assets/cell17_ou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76635"/>
            <a:ext cx="5577840" cy="229868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914400"/>
            <a:ext cx="48006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629400" y="1216152"/>
            <a:ext cx="4526280" cy="0"/>
          </a:xfrm>
          <a:prstGeom prst="line">
            <a:avLst/>
          </a:prstGeom>
          <a:noFill/>
          <a:ln w="25400">
            <a:solidFill>
              <a:srgbClr val="1E6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629400" y="102412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Methods tested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29400" y="1353312"/>
            <a:ext cx="4526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No adjustment, SMOTE, random under-sampling and balanced class weights were compared on Pipeline-1 features.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2514600"/>
            <a:ext cx="48006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29400" y="2816352"/>
            <a:ext cx="4526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629400" y="262432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Trade-off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29400" y="2953512"/>
            <a:ext cx="4526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In Seizure data, imbalance handling improved recall and F1-score, but precision dropped because the classifier detected more positive cases.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4343400"/>
            <a:ext cx="106070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Bonn: balanced weights gave the best F1-score.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Seizure: SMOTE, under-sampling and balanced weights all improved minority detection.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BEED: unadjusted model had best F1 because the event class was already dominant; imbalance methods improved PR-AUC.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11480" y="647395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EEG Seizure Detection | Logistic Regression Comparative Study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Comparative Analysis: What Actually Matters?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19202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914400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16152"/>
            <a:ext cx="32461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Preprocessing order matters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353312"/>
            <a:ext cx="3246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Standardisation + ANOVA performed better than Min-Max + PCA in high-dimensional EEG settings.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914400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80560" y="1216152"/>
            <a:ext cx="3246120" cy="0"/>
          </a:xfrm>
          <a:prstGeom prst="line">
            <a:avLst/>
          </a:prstGeom>
          <a:noFill/>
          <a:ln w="25400">
            <a:solidFill>
              <a:srgbClr val="1E6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80560" y="10241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L2 generalises steadily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1353312"/>
            <a:ext cx="3246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L2 regularisation was the most consistent across datasets, while L1 was valuable for sparsity.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914400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0" y="1216152"/>
            <a:ext cx="324612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0" y="10241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Elastic-Net is not magic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353312"/>
            <a:ext cx="3246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Elastic-Net balanced sparsity and stability but did not consistently beat L1 or L2.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2743200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3044952"/>
            <a:ext cx="324612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8529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Imbalance changes decisions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182112"/>
            <a:ext cx="3246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Correcting imbalance raises recall, especially in Seizure data, but can reduce precision.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2743200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80560" y="3044952"/>
            <a:ext cx="32461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80560" y="28529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Accuracy can mislead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3182112"/>
            <a:ext cx="3246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Seizure data had reasonable accuracy but poor F1-score before imbalance handling.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92440" y="2743200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29600" y="3044952"/>
            <a:ext cx="3246120" cy="0"/>
          </a:xfrm>
          <a:prstGeom prst="line">
            <a:avLst/>
          </a:prstGeom>
          <a:noFill/>
          <a:ln w="25400">
            <a:solidFill>
              <a:srgbClr val="1E6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0" y="28529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Full pipeline wins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3182112"/>
            <a:ext cx="3246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Performance depends on preprocessing + model + regularisation + imbalance strategy, not classifier alone.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4754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Central conclusion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" y="50749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A simple Logistic Regression model can be useful for EEG seizure detection only when the complete machine-learning pipeline is chosen carefully.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647395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EEG Seizure Detection | Logistic Regression Comparative Study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Future Work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19202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96012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50749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69848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399032"/>
            <a:ext cx="5074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Pipeline-1 generally performed better than Pipeline-2. BEED achieved the strongest F1-score. Seizure remained the most challenging because of severe class imbalance and low minority-class recall.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96012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92240" y="1261872"/>
            <a:ext cx="5074920" cy="0"/>
          </a:xfrm>
          <a:prstGeom prst="line">
            <a:avLst/>
          </a:prstGeom>
          <a:noFill/>
          <a:ln w="25400">
            <a:solidFill>
              <a:srgbClr val="1E6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069848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Practical recommendation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1399032"/>
            <a:ext cx="5074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Use ANOVA-based feature selection as a strong baseline, monitor F1/recall/PR-AUC, and apply imbalance handling according to class distribution and clinical aim.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Future work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3886200"/>
            <a:ext cx="106070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Compare Logistic Regression with SVM, Random Forest and XGBoost.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Use CNN or LSTM models to learn temporal EEG patterns directly.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Validate on larger and more clinically representative EEG datasets.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Tune imbalance strategies to optimise seizure recall without excessive false alarms.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647395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EEG Seizure Detection | Logistic Regression Comparative Study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Selected References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19202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10972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Tatum, Handbook of EEG Interpretation, 2014.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Pedregosa et al., Scikit-learn: Machine Learning in Python, JMLR, 2011.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Fisher, The use of multiple measurements in taxonomic problems, 1936.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Jolliffe, Principal Component Analysis, Springer, 2002.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Chawla et al., SMOTE: Synthetic Minority Over-sampling Technique, JAIR, 2002.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Zou and Hastie, Regularization and variable selection via the Elastic Net, 2005.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He and Garcia, Learning from imbalanced data, IEEE TKDE, 2009.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5212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Prepared from the uploaded IEEE report and Jupyter notebook results.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EEG Seizure Detection | Logistic Regression Comparative Study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1294</Words>
  <Application>Microsoft Office PowerPoint</Application>
  <PresentationFormat>Widescreen</PresentationFormat>
  <Paragraphs>228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EEG-Based Seizure Detection</dc:title>
  <dc:subject>EEG Seizure Detection Presentation</dc:subject>
  <dc:creator>OpenAI</dc:creator>
  <cp:lastModifiedBy>Omar Khan</cp:lastModifiedBy>
  <cp:revision>1</cp:revision>
  <dcterms:created xsi:type="dcterms:W3CDTF">2026-05-15T14:57:17Z</dcterms:created>
  <dcterms:modified xsi:type="dcterms:W3CDTF">2026-05-15T15:21:33Z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2026-05-15T15:21:33Z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ef292885-6d11-40ad-86b8-af885990a999</vt:lpwstr>
  </property>
  <property fmtid="{D5CDD505-2E9C-101B-9397-08002B2CF9AE}" pid="7" name="MSIP_Label_defa4170-0d19-0005-0004-bc88714345d2_ActionId">
    <vt:lpwstr>2a022476-2d44-4603-a855-b6eee66dc551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